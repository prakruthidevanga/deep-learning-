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99" y="8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9083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931920"/>
            <a:ext cx="3657600" cy="3657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1521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OUR DAILY LIFE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CAD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Artificial Intelligence quietly powers the moments of an ordinary day</a:t>
            </a:r>
          </a:p>
          <a:p>
            <a:pPr marL="0" indent="0" algn="l">
              <a:buNone/>
            </a:pPr>
            <a:endParaRPr lang="en-US" sz="1600" i="1" dirty="0">
              <a:solidFill>
                <a:srgbClr val="CADC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Assignment  | 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We Mean by “AI in Daily Life”?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0" cy="4572000"/>
          </a:xfrm>
          <a:prstGeom prst="rect">
            <a:avLst/>
          </a:prstGeom>
          <a:solidFill>
            <a:srgbClr val="F0F7F6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73736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(AI) </a:t>
            </a:r>
            <a:r>
              <a:rPr lang="en-US" sz="15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ability of computer systems to perform tasks that normally need human intelligence — recognising speech, understanding language, spotting patterns, and making decisions.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36118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AI is not confined to research labs. </a:t>
            </a:r>
            <a:r>
              <a:rPr lang="en-US" sz="15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rides along in the phone in our pocket, the apps we open, and the services we use — often without us noticing it at all.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92240" y="146304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icons/smart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641" y="16104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69480" y="15361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92240" y="2359152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icons/so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641" y="2506553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243230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92240" y="3255264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2" descr="icons/shopp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9641" y="3402665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69480" y="332841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Shopping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492240" y="4151376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3" descr="icons/map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9641" y="4298777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69480" y="42245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&amp; Navigation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6492240" y="5047488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4" descr="icons/vo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9641" y="5194889"/>
            <a:ext cx="272125" cy="2721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269480" y="5120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2468880"/>
            <a:ext cx="1280160" cy="1280160"/>
          </a:xfrm>
          <a:prstGeom prst="ellipse">
            <a:avLst/>
          </a:prstGeom>
          <a:solidFill>
            <a:srgbClr val="0B2E33"/>
          </a:solidFill>
          <a:ln/>
        </p:spPr>
      </p:sp>
      <p:pic>
        <p:nvPicPr>
          <p:cNvPr id="4" name="Image 0" descr="icons/smart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882" y="2801722"/>
            <a:ext cx="614477" cy="6144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48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E3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41148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Smartphones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0" y="12801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4892040" y="1078992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unlock and fingerprint sensors use AI to recognise you instantly and securely.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0" y="233172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4892040" y="2130552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use AI for scene detection, portrait blur, and low-light enhancement.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0" y="33832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3182112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text and autocorrect learn your writing style over time.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0" y="443484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4892040" y="4233672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managers use AI to learn app usage and extend battery life.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Media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icons/so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9918" y="718718"/>
            <a:ext cx="482803" cy="48280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0F7F6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7556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Personalised Feeds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2267712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ranks and recommends posts, reels, and videos based on what you engage with.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09360" y="15544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0F7F6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0" y="17556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Filters &amp; Effects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583680" y="2267712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Face-tracking AI powers filters, stickers, and augmented-reality effects.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0F7F6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1788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Moderation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22960" y="4690872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scans images and text to detect spam, hate speech, and harmful content.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309360" y="39776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0F7F6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41788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 Targeting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583680" y="4690872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analyses behaviour to show ads relevant to individual users.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Shopping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icons/sho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9918" y="718718"/>
            <a:ext cx="482803" cy="48280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0F7F6"/>
          </a:solidFill>
          <a:ln w="12700">
            <a:solidFill>
              <a:srgbClr val="DCEE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55448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Recommendations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343400" y="1554480"/>
            <a:ext cx="7040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“Customers who bought this also bought…” suggestions are driven by AI analysing purchase patterns.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761488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E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761488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&amp; Voice Search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343400" y="2761488"/>
            <a:ext cx="7040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 product using a photo or a spoken phrase instead of typing keywords.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968496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0F7F6"/>
          </a:solidFill>
          <a:ln w="12700">
            <a:solidFill>
              <a:srgbClr val="DCEE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3968496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Pricing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4343400" y="3968496"/>
            <a:ext cx="7040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adjusts prices in real time based on demand, competitor pricing, and stock levels.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5175504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E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5175504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Chatbots for Support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4343400" y="5175504"/>
            <a:ext cx="7040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assistants answer order queries and handle returns instantly, any time of day.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3367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2651760"/>
            <a:ext cx="1280160" cy="1280160"/>
          </a:xfrm>
          <a:prstGeom prst="ellipse">
            <a:avLst/>
          </a:prstGeom>
          <a:solidFill>
            <a:srgbClr val="0B2E33"/>
          </a:solidFill>
          <a:ln/>
        </p:spPr>
      </p:sp>
      <p:pic>
        <p:nvPicPr>
          <p:cNvPr id="4" name="Image 0" descr="icons/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9762" y="2984602"/>
            <a:ext cx="614477" cy="6144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0" y="42062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Maps &amp;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229600" y="548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E3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170432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traffic prediction using live data from millions of devices on the road.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313432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calculates the fastest route, factoring in accidents, closures, and congestion.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65760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456432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predictions improve continuously by learning from historical travel patterns.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480060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4599432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and image recognition (e.g. AI-powered street view / lens search).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1097280" cy="10972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icons/vo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3" y="925373"/>
            <a:ext cx="526694" cy="526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74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Assistants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Siri, Google Assistant, Alexa — AI that listens, understands, and responds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329184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1234440" y="321868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 converts spoken words into text instantly.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3950208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387705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(NLP) interprets intent, not just words.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460857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453542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reminders, play music, control smart home devices, hands-free.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31520" y="5266944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519379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Continually improves accuracy by learning accents and speech patterns.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Challenges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EAF7F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002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17428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45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6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Saves time through automation of routine tasks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8986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Increases convenience — help is one tap or word away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46557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Personalises experiences to individual preferences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403250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Improves accuracy in tasks like navigation and search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459943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Available 24/7 without fatigue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DEFEC"/>
          </a:solidFill>
          <a:ln/>
        </p:spPr>
      </p:sp>
      <p:sp>
        <p:nvSpPr>
          <p:cNvPr id="13" name="Shape 10"/>
          <p:cNvSpPr/>
          <p:nvPr/>
        </p:nvSpPr>
        <p:spPr>
          <a:xfrm>
            <a:off x="6537960" y="1600200"/>
            <a:ext cx="548640" cy="548640"/>
          </a:xfrm>
          <a:prstGeom prst="ellipse">
            <a:avLst/>
          </a:prstGeom>
          <a:solidFill>
            <a:srgbClr val="D9704F"/>
          </a:solidFill>
          <a:ln/>
        </p:spPr>
      </p:sp>
      <p:pic>
        <p:nvPicPr>
          <p:cNvPr id="14" name="Image 1" descr="icons/w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606" y="174284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23760" y="1645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3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537960" y="23317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Privacy concerns over personal data collection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537960" y="28986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Risk of algorithmic bias in recommendations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537960" y="346557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Over-dependence can reduce critical thinking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537960" y="403250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Security risks if systems are misused or hacked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537960" y="459943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 always accurate — errors still happen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114800"/>
            <a:ext cx="4114800" cy="4114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4008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38" y="901598"/>
            <a:ext cx="482803" cy="482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8778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moved from science fiction into everyday reality. From unlocking a phone to finding the fastest route home, AI works quietly in the background of nearly every digital experience. As it grows more capable, using it responsibly — with attention to privacy, fairness, and balance — will matter as much as the technology itself.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Russell, S. &amp; Norvig, P. — Artificial Intelligence: A Modern Approach.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6771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8483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— ai.google (accessed for product AI examples).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8950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0662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— Siri and on-device intelligence, apple.com.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51129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2841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— Alexa &amp; AI in e-commerce, amazon.com.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133088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95020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Statista — Reports on AI adoption in smartphones and social media.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75488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5720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Spectrum — Articles on AI applications in daily technology.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5852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723</Words>
  <Application>Microsoft Office PowerPoint</Application>
  <PresentationFormat>Widescreen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bhumikaravi2006@outlook.com</cp:lastModifiedBy>
  <cp:revision>2</cp:revision>
  <dcterms:created xsi:type="dcterms:W3CDTF">2026-08-07T08:01:20Z</dcterms:created>
  <dcterms:modified xsi:type="dcterms:W3CDTF">2026-08-07T09:26:05Z</dcterms:modified>
</cp:coreProperties>
</file>